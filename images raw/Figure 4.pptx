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60045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7C7C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B8CA7B-1853-4C47-A0DC-879F1FE190ED}" v="5" dt="2026-02-12T09:00:57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16" autoAdjust="0"/>
    <p:restoredTop sz="94660"/>
  </p:normalViewPr>
  <p:slideViewPr>
    <p:cSldViewPr snapToGrid="0">
      <p:cViewPr>
        <p:scale>
          <a:sx n="150" d="100"/>
          <a:sy n="150" d="100"/>
        </p:scale>
        <p:origin x="2538" y="17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tte Tariel Adam" userId="2dbe3f8e-833a-4a03-b2c9-256a2def1c41" providerId="ADAL" clId="{B8C7D60E-5BFB-4042-8E41-6FB7C6CBA535}"/>
    <pc:docChg chg="undo custSel modSld">
      <pc:chgData name="Juliette Tariel Adam" userId="2dbe3f8e-833a-4a03-b2c9-256a2def1c41" providerId="ADAL" clId="{B8C7D60E-5BFB-4042-8E41-6FB7C6CBA535}" dt="2026-02-12T09:01:06.971" v="135" actId="1076"/>
      <pc:docMkLst>
        <pc:docMk/>
      </pc:docMkLst>
      <pc:sldChg chg="addSp delSp modSp mod">
        <pc:chgData name="Juliette Tariel Adam" userId="2dbe3f8e-833a-4a03-b2c9-256a2def1c41" providerId="ADAL" clId="{B8C7D60E-5BFB-4042-8E41-6FB7C6CBA535}" dt="2026-02-12T09:01:06.971" v="135" actId="1076"/>
        <pc:sldMkLst>
          <pc:docMk/>
          <pc:sldMk cId="686282292" sldId="256"/>
        </pc:sldMkLst>
        <pc:spChg chg="add del mod">
          <ac:chgData name="Juliette Tariel Adam" userId="2dbe3f8e-833a-4a03-b2c9-256a2def1c41" providerId="ADAL" clId="{B8C7D60E-5BFB-4042-8E41-6FB7C6CBA535}" dt="2026-02-12T08:58:34.252" v="109" actId="478"/>
          <ac:spMkLst>
            <pc:docMk/>
            <pc:sldMk cId="686282292" sldId="256"/>
            <ac:spMk id="3" creationId="{FD90635C-BB05-673A-FD59-B7F74D455706}"/>
          </ac:spMkLst>
        </pc:spChg>
        <pc:spChg chg="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4" creationId="{B8C7B13C-18FD-4BCD-AD49-6DB2F13E3432}"/>
          </ac:spMkLst>
        </pc:spChg>
        <pc:spChg chg="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5" creationId="{99D526C6-1275-488D-A443-3F4BC45FB1DC}"/>
          </ac:spMkLst>
        </pc:spChg>
        <pc:spChg chg="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6" creationId="{B3BEC3BD-11FA-4777-BE57-7926B0E09933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7" creationId="{07F58CAA-3E16-4F43-BC27-C4F4CF539208}"/>
          </ac:spMkLst>
        </pc:spChg>
        <pc:spChg chg="add del">
          <ac:chgData name="Juliette Tariel Adam" userId="2dbe3f8e-833a-4a03-b2c9-256a2def1c41" providerId="ADAL" clId="{B8C7D60E-5BFB-4042-8E41-6FB7C6CBA535}" dt="2026-02-12T08:55:37.381" v="10" actId="478"/>
          <ac:spMkLst>
            <pc:docMk/>
            <pc:sldMk cId="686282292" sldId="256"/>
            <ac:spMk id="8" creationId="{C9DBD497-F4E9-419E-8764-992B9473F8BD}"/>
          </ac:spMkLst>
        </pc:spChg>
        <pc:spChg chg="del">
          <ac:chgData name="Juliette Tariel Adam" userId="2dbe3f8e-833a-4a03-b2c9-256a2def1c41" providerId="ADAL" clId="{B8C7D60E-5BFB-4042-8E41-6FB7C6CBA535}" dt="2026-02-12T08:55:36.696" v="9" actId="478"/>
          <ac:spMkLst>
            <pc:docMk/>
            <pc:sldMk cId="686282292" sldId="256"/>
            <ac:spMk id="9" creationId="{D87571AA-8F24-40EB-816D-D59F5F7DF159}"/>
          </ac:spMkLst>
        </pc:spChg>
        <pc:spChg chg="del">
          <ac:chgData name="Juliette Tariel Adam" userId="2dbe3f8e-833a-4a03-b2c9-256a2def1c41" providerId="ADAL" clId="{B8C7D60E-5BFB-4042-8E41-6FB7C6CBA535}" dt="2026-02-12T08:57:24.270" v="90" actId="478"/>
          <ac:spMkLst>
            <pc:docMk/>
            <pc:sldMk cId="686282292" sldId="256"/>
            <ac:spMk id="11" creationId="{8FAAA4E4-D5C3-4085-9D53-659E2C5A5E24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12" creationId="{95BEC375-671A-4686-99C7-C617E58FAE35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13" creationId="{2C0EE011-5481-405A-973B-75BA983F0B60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14" creationId="{87314424-8B9D-4D4A-B579-A2AFFCD16FAA}"/>
          </ac:spMkLst>
        </pc:spChg>
        <pc:spChg chg="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15" creationId="{FA009C92-37FB-4342-B32B-CC3DFABE9C49}"/>
          </ac:spMkLst>
        </pc:spChg>
        <pc:spChg chg="del">
          <ac:chgData name="Juliette Tariel Adam" userId="2dbe3f8e-833a-4a03-b2c9-256a2def1c41" providerId="ADAL" clId="{B8C7D60E-5BFB-4042-8E41-6FB7C6CBA535}" dt="2026-02-12T08:55:18.840" v="0" actId="478"/>
          <ac:spMkLst>
            <pc:docMk/>
            <pc:sldMk cId="686282292" sldId="256"/>
            <ac:spMk id="16" creationId="{8DC7412D-2562-496A-A6BF-CF843FB4F0EC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17" creationId="{CAD41E74-6E40-4FFF-9B29-2A1C54A85A2A}"/>
          </ac:spMkLst>
        </pc:spChg>
        <pc:spChg chg="del">
          <ac:chgData name="Juliette Tariel Adam" userId="2dbe3f8e-833a-4a03-b2c9-256a2def1c41" providerId="ADAL" clId="{B8C7D60E-5BFB-4042-8E41-6FB7C6CBA535}" dt="2026-02-12T08:58:45.060" v="113" actId="478"/>
          <ac:spMkLst>
            <pc:docMk/>
            <pc:sldMk cId="686282292" sldId="256"/>
            <ac:spMk id="18" creationId="{2A868EAD-9D55-477A-AEB9-EDE701DF6458}"/>
          </ac:spMkLst>
        </pc:spChg>
        <pc:spChg chg="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19" creationId="{FF4DFBC7-A594-4EF8-91D5-6A5A837B736B}"/>
          </ac:spMkLst>
        </pc:spChg>
        <pc:spChg chg="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20" creationId="{BC827B13-B8E9-4B69-82B3-F6AE4FA811B3}"/>
          </ac:spMkLst>
        </pc:spChg>
        <pc:spChg chg="del">
          <ac:chgData name="Juliette Tariel Adam" userId="2dbe3f8e-833a-4a03-b2c9-256a2def1c41" providerId="ADAL" clId="{B8C7D60E-5BFB-4042-8E41-6FB7C6CBA535}" dt="2026-02-12T08:56:11.388" v="70" actId="478"/>
          <ac:spMkLst>
            <pc:docMk/>
            <pc:sldMk cId="686282292" sldId="256"/>
            <ac:spMk id="21" creationId="{33FFCFC0-3937-4869-896E-B36D5C02FB06}"/>
          </ac:spMkLst>
        </pc:spChg>
        <pc:spChg chg="del">
          <ac:chgData name="Juliette Tariel Adam" userId="2dbe3f8e-833a-4a03-b2c9-256a2def1c41" providerId="ADAL" clId="{B8C7D60E-5BFB-4042-8E41-6FB7C6CBA535}" dt="2026-02-12T08:56:09.341" v="69" actId="478"/>
          <ac:spMkLst>
            <pc:docMk/>
            <pc:sldMk cId="686282292" sldId="256"/>
            <ac:spMk id="22" creationId="{110B8863-3965-4B1D-99B0-46B69EE3F132}"/>
          </ac:spMkLst>
        </pc:spChg>
        <pc:spChg chg="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23" creationId="{96A5A260-DF27-4195-821E-123E2176C340}"/>
          </ac:spMkLst>
        </pc:spChg>
        <pc:spChg chg="del">
          <ac:chgData name="Juliette Tariel Adam" userId="2dbe3f8e-833a-4a03-b2c9-256a2def1c41" providerId="ADAL" clId="{B8C7D60E-5BFB-4042-8E41-6FB7C6CBA535}" dt="2026-02-12T08:55:18.840" v="0" actId="478"/>
          <ac:spMkLst>
            <pc:docMk/>
            <pc:sldMk cId="686282292" sldId="256"/>
            <ac:spMk id="24" creationId="{371AE1FC-0575-423C-9FEA-CCE807F1AAC8}"/>
          </ac:spMkLst>
        </pc:spChg>
        <pc:spChg chg="del">
          <ac:chgData name="Juliette Tariel Adam" userId="2dbe3f8e-833a-4a03-b2c9-256a2def1c41" providerId="ADAL" clId="{B8C7D60E-5BFB-4042-8E41-6FB7C6CBA535}" dt="2026-02-12T08:55:18.840" v="0" actId="478"/>
          <ac:spMkLst>
            <pc:docMk/>
            <pc:sldMk cId="686282292" sldId="256"/>
            <ac:spMk id="25" creationId="{6F5942CF-6CF9-4683-9603-677148A92960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26" creationId="{B4850939-7C9F-4083-8BE7-EF737DA05114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38" creationId="{55E282F0-8A70-4A14-B889-4EF474D433F8}"/>
          </ac:spMkLst>
        </pc:spChg>
        <pc:spChg chg="add del">
          <ac:chgData name="Juliette Tariel Adam" userId="2dbe3f8e-833a-4a03-b2c9-256a2def1c41" providerId="ADAL" clId="{B8C7D60E-5BFB-4042-8E41-6FB7C6CBA535}" dt="2026-02-12T08:55:38.832" v="11" actId="478"/>
          <ac:spMkLst>
            <pc:docMk/>
            <pc:sldMk cId="686282292" sldId="256"/>
            <ac:spMk id="39" creationId="{AF1CDB2B-8CD0-41EE-8F0C-2F0606DC2A85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40" creationId="{0CA76854-A5E4-438C-B279-E827FF12FDDD}"/>
          </ac:spMkLst>
        </pc:spChg>
        <pc:spChg chg="del">
          <ac:chgData name="Juliette Tariel Adam" userId="2dbe3f8e-833a-4a03-b2c9-256a2def1c41" providerId="ADAL" clId="{B8C7D60E-5BFB-4042-8E41-6FB7C6CBA535}" dt="2026-02-12T08:55:21.687" v="1" actId="478"/>
          <ac:spMkLst>
            <pc:docMk/>
            <pc:sldMk cId="686282292" sldId="256"/>
            <ac:spMk id="41" creationId="{7FC1771D-DFAC-41B5-8385-704FF3C4E851}"/>
          </ac:spMkLst>
        </pc:spChg>
        <pc:spChg chg="del">
          <ac:chgData name="Juliette Tariel Adam" userId="2dbe3f8e-833a-4a03-b2c9-256a2def1c41" providerId="ADAL" clId="{B8C7D60E-5BFB-4042-8E41-6FB7C6CBA535}" dt="2026-02-12T08:55:18.840" v="0" actId="478"/>
          <ac:spMkLst>
            <pc:docMk/>
            <pc:sldMk cId="686282292" sldId="256"/>
            <ac:spMk id="42" creationId="{FBA69F5D-A496-49A3-9658-9AC95FA29672}"/>
          </ac:spMkLst>
        </pc:spChg>
        <pc:spChg chg="add 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48" creationId="{67E40C83-E6D2-D2C7-8203-2EB49A7AE77B}"/>
          </ac:spMkLst>
        </pc:spChg>
        <pc:spChg chg="add 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50" creationId="{CCB0B80F-4A74-B8BC-F8DD-9836BA30BE72}"/>
          </ac:spMkLst>
        </pc:spChg>
        <pc:spChg chg="add mod">
          <ac:chgData name="Juliette Tariel Adam" userId="2dbe3f8e-833a-4a03-b2c9-256a2def1c41" providerId="ADAL" clId="{B8C7D60E-5BFB-4042-8E41-6FB7C6CBA535}" dt="2026-02-12T09:01:06.971" v="135" actId="1076"/>
          <ac:spMkLst>
            <pc:docMk/>
            <pc:sldMk cId="686282292" sldId="256"/>
            <ac:spMk id="51" creationId="{05120FEC-6F5C-3B12-CF6F-82E1AF0F2A2D}"/>
          </ac:spMkLst>
        </pc:spChg>
        <pc:grpChg chg="del">
          <ac:chgData name="Juliette Tariel Adam" userId="2dbe3f8e-833a-4a03-b2c9-256a2def1c41" providerId="ADAL" clId="{B8C7D60E-5BFB-4042-8E41-6FB7C6CBA535}" dt="2026-02-12T08:55:21.687" v="1" actId="478"/>
          <ac:grpSpMkLst>
            <pc:docMk/>
            <pc:sldMk cId="686282292" sldId="256"/>
            <ac:grpSpMk id="28" creationId="{2BB60D69-8EAF-43D4-A9CA-2513A299206F}"/>
          </ac:grpSpMkLst>
        </pc:grpChg>
        <pc:picChg chg="mod">
          <ac:chgData name="Juliette Tariel Adam" userId="2dbe3f8e-833a-4a03-b2c9-256a2def1c41" providerId="ADAL" clId="{B8C7D60E-5BFB-4042-8E41-6FB7C6CBA535}" dt="2026-02-12T08:58:12.953" v="104" actId="1076"/>
          <ac:picMkLst>
            <pc:docMk/>
            <pc:sldMk cId="686282292" sldId="256"/>
            <ac:picMk id="43" creationId="{F772A19D-2B8E-41C4-81AE-5BDF0D5AC201}"/>
          </ac:picMkLst>
        </pc:picChg>
        <pc:picChg chg="del">
          <ac:chgData name="Juliette Tariel Adam" userId="2dbe3f8e-833a-4a03-b2c9-256a2def1c41" providerId="ADAL" clId="{B8C7D60E-5BFB-4042-8E41-6FB7C6CBA535}" dt="2026-02-12T08:55:18.840" v="0" actId="478"/>
          <ac:picMkLst>
            <pc:docMk/>
            <pc:sldMk cId="686282292" sldId="256"/>
            <ac:picMk id="44" creationId="{6ECD783A-15B8-417E-AB18-83486B6683B0}"/>
          </ac:picMkLst>
        </pc:picChg>
        <pc:picChg chg="add del mod">
          <ac:chgData name="Juliette Tariel Adam" userId="2dbe3f8e-833a-4a03-b2c9-256a2def1c41" providerId="ADAL" clId="{B8C7D60E-5BFB-4042-8E41-6FB7C6CBA535}" dt="2026-02-12T08:58:43.427" v="112" actId="1076"/>
          <ac:picMkLst>
            <pc:docMk/>
            <pc:sldMk cId="686282292" sldId="256"/>
            <ac:picMk id="45" creationId="{6D2243FB-544E-48E3-A8C9-B0A600EE089A}"/>
          </ac:picMkLst>
        </pc:picChg>
        <pc:picChg chg="del">
          <ac:chgData name="Juliette Tariel Adam" userId="2dbe3f8e-833a-4a03-b2c9-256a2def1c41" providerId="ADAL" clId="{B8C7D60E-5BFB-4042-8E41-6FB7C6CBA535}" dt="2026-02-12T08:55:35.737" v="8" actId="478"/>
          <ac:picMkLst>
            <pc:docMk/>
            <pc:sldMk cId="686282292" sldId="256"/>
            <ac:picMk id="46" creationId="{ED9E7B4A-6DA4-47A9-9ECA-E4B3767F7AC3}"/>
          </ac:picMkLst>
        </pc:picChg>
        <pc:cxnChg chg="mod">
          <ac:chgData name="Juliette Tariel Adam" userId="2dbe3f8e-833a-4a03-b2c9-256a2def1c41" providerId="ADAL" clId="{B8C7D60E-5BFB-4042-8E41-6FB7C6CBA535}" dt="2026-02-12T08:59:28.046" v="125" actId="1582"/>
          <ac:cxnSpMkLst>
            <pc:docMk/>
            <pc:sldMk cId="686282292" sldId="256"/>
            <ac:cxnSpMk id="10" creationId="{E2EAB5A7-46E6-49C9-B8B8-60E5BA430E5C}"/>
          </ac:cxnSpMkLst>
        </pc:cxnChg>
        <pc:cxnChg chg="del">
          <ac:chgData name="Juliette Tariel Adam" userId="2dbe3f8e-833a-4a03-b2c9-256a2def1c41" providerId="ADAL" clId="{B8C7D60E-5BFB-4042-8E41-6FB7C6CBA535}" dt="2026-02-12T08:55:18.840" v="0" actId="478"/>
          <ac:cxnSpMkLst>
            <pc:docMk/>
            <pc:sldMk cId="686282292" sldId="256"/>
            <ac:cxnSpMk id="27" creationId="{D5208427-1612-487E-9618-758D8F07E688}"/>
          </ac:cxnSpMkLst>
        </pc:cxnChg>
        <pc:cxnChg chg="add del mod">
          <ac:chgData name="Juliette Tariel Adam" userId="2dbe3f8e-833a-4a03-b2c9-256a2def1c41" providerId="ADAL" clId="{B8C7D60E-5BFB-4042-8E41-6FB7C6CBA535}" dt="2026-02-12T09:01:01.860" v="134" actId="478"/>
          <ac:cxnSpMkLst>
            <pc:docMk/>
            <pc:sldMk cId="686282292" sldId="256"/>
            <ac:cxnSpMk id="53" creationId="{53E15FB2-E52A-50F4-A4ED-62241B71495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56" y="294620"/>
            <a:ext cx="2700338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945535"/>
            <a:ext cx="2700338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54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82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448807"/>
            <a:ext cx="3105388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204734"/>
            <a:ext cx="3105388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60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479227"/>
            <a:ext cx="1530191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479227"/>
            <a:ext cx="1530191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7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95846"/>
            <a:ext cx="3105388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441305"/>
            <a:ext cx="152315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657582"/>
            <a:ext cx="152315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441305"/>
            <a:ext cx="153066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657582"/>
            <a:ext cx="1530660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80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45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5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20015"/>
            <a:ext cx="1161239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259199"/>
            <a:ext cx="1822728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540067"/>
            <a:ext cx="1161239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2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20015"/>
            <a:ext cx="1161239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259199"/>
            <a:ext cx="1822728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540067"/>
            <a:ext cx="1161239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80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95846"/>
            <a:ext cx="776347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95846"/>
            <a:ext cx="2284035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82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95846"/>
            <a:ext cx="3105388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479227"/>
            <a:ext cx="3105388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1668542"/>
            <a:ext cx="81010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BC2D1-3E59-464B-94BF-878A5BB219F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1668542"/>
            <a:ext cx="121515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1668542"/>
            <a:ext cx="81010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1453B-9696-4C25-8047-371133FDE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04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C7B13C-18FD-4BCD-AD49-6DB2F13E3432}"/>
              </a:ext>
            </a:extLst>
          </p:cNvPr>
          <p:cNvSpPr/>
          <p:nvPr/>
        </p:nvSpPr>
        <p:spPr>
          <a:xfrm>
            <a:off x="1855278" y="77925"/>
            <a:ext cx="1535704" cy="29402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526C6-1275-488D-A443-3F4BC45FB1DC}"/>
              </a:ext>
            </a:extLst>
          </p:cNvPr>
          <p:cNvSpPr/>
          <p:nvPr/>
        </p:nvSpPr>
        <p:spPr>
          <a:xfrm>
            <a:off x="209847" y="80672"/>
            <a:ext cx="1535705" cy="2944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BEC3BD-11FA-4777-BE57-7926B0E09933}"/>
              </a:ext>
            </a:extLst>
          </p:cNvPr>
          <p:cNvSpPr txBox="1"/>
          <p:nvPr/>
        </p:nvSpPr>
        <p:spPr>
          <a:xfrm>
            <a:off x="1855276" y="67830"/>
            <a:ext cx="1535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cs typeface="Arial" panose="020B0604020202020204" pitchFamily="34" charset="0"/>
              </a:rPr>
              <a:t>OFFSPRING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E2EAB5A7-46E6-49C9-B8B8-60E5BA430E5C}"/>
              </a:ext>
            </a:extLst>
          </p:cNvPr>
          <p:cNvCxnSpPr>
            <a:cxnSpLocks/>
          </p:cNvCxnSpPr>
          <p:nvPr/>
        </p:nvCxnSpPr>
        <p:spPr>
          <a:xfrm>
            <a:off x="1472322" y="1323931"/>
            <a:ext cx="730431" cy="2942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A009C92-37FB-4342-B32B-CC3DFABE9C49}"/>
              </a:ext>
            </a:extLst>
          </p:cNvPr>
          <p:cNvSpPr txBox="1"/>
          <p:nvPr/>
        </p:nvSpPr>
        <p:spPr>
          <a:xfrm>
            <a:off x="209847" y="55659"/>
            <a:ext cx="1535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cs typeface="Arial" panose="020B0604020202020204" pitchFamily="34" charset="0"/>
              </a:rPr>
              <a:t>PARENTS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4DFBC7-A594-4EF8-91D5-6A5A837B736B}"/>
              </a:ext>
            </a:extLst>
          </p:cNvPr>
          <p:cNvSpPr/>
          <p:nvPr/>
        </p:nvSpPr>
        <p:spPr>
          <a:xfrm>
            <a:off x="209847" y="415109"/>
            <a:ext cx="1535705" cy="1327045"/>
          </a:xfrm>
          <a:prstGeom prst="rect">
            <a:avLst/>
          </a:prstGeom>
          <a:noFill/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C827B13-B8E9-4B69-82B3-F6AE4FA811B3}"/>
              </a:ext>
            </a:extLst>
          </p:cNvPr>
          <p:cNvSpPr txBox="1"/>
          <p:nvPr/>
        </p:nvSpPr>
        <p:spPr>
          <a:xfrm>
            <a:off x="268851" y="455764"/>
            <a:ext cx="1112032" cy="311825"/>
          </a:xfrm>
          <a:prstGeom prst="roundRect">
            <a:avLst>
              <a:gd name="adj" fmla="val 20265"/>
            </a:avLst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23" name="Éclair 22">
            <a:extLst>
              <a:ext uri="{FF2B5EF4-FFF2-40B4-BE49-F238E27FC236}">
                <a16:creationId xmlns:a16="http://schemas.microsoft.com/office/drawing/2014/main" id="{96A5A260-DF27-4195-821E-123E2176C340}"/>
              </a:ext>
            </a:extLst>
          </p:cNvPr>
          <p:cNvSpPr/>
          <p:nvPr/>
        </p:nvSpPr>
        <p:spPr>
          <a:xfrm>
            <a:off x="580684" y="827194"/>
            <a:ext cx="316840" cy="285118"/>
          </a:xfrm>
          <a:prstGeom prst="lightningBol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F772A19D-2B8E-41C4-81AE-5BDF0D5AC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104" y="1078631"/>
            <a:ext cx="641779" cy="479490"/>
          </a:xfrm>
          <a:prstGeom prst="rect">
            <a:avLst/>
          </a:prstGeom>
        </p:spPr>
      </p:pic>
      <p:pic>
        <p:nvPicPr>
          <p:cNvPr id="45" name="Graphique 44">
            <a:extLst>
              <a:ext uri="{FF2B5EF4-FFF2-40B4-BE49-F238E27FC236}">
                <a16:creationId xmlns:a16="http://schemas.microsoft.com/office/drawing/2014/main" id="{6D2243FB-544E-48E3-A8C9-B0A600EE0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2240" y="1087128"/>
            <a:ext cx="641779" cy="47949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67E40C83-E6D2-D2C7-8203-2EB49A7AE77B}"/>
              </a:ext>
            </a:extLst>
          </p:cNvPr>
          <p:cNvSpPr/>
          <p:nvPr/>
        </p:nvSpPr>
        <p:spPr>
          <a:xfrm>
            <a:off x="1855276" y="415108"/>
            <a:ext cx="1535705" cy="1327045"/>
          </a:xfrm>
          <a:prstGeom prst="rect">
            <a:avLst/>
          </a:prstGeom>
          <a:noFill/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CB0B80F-4A74-B8BC-F8DD-9836BA30BE72}"/>
              </a:ext>
            </a:extLst>
          </p:cNvPr>
          <p:cNvSpPr/>
          <p:nvPr/>
        </p:nvSpPr>
        <p:spPr>
          <a:xfrm>
            <a:off x="977699" y="1217612"/>
            <a:ext cx="131964" cy="215711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5120FEC-6F5C-3B12-CF6F-82E1AF0F2A2D}"/>
              </a:ext>
            </a:extLst>
          </p:cNvPr>
          <p:cNvSpPr/>
          <p:nvPr/>
        </p:nvSpPr>
        <p:spPr>
          <a:xfrm>
            <a:off x="2533840" y="1217612"/>
            <a:ext cx="152211" cy="215711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282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Juliette Tariel</dc:creator>
  <cp:lastModifiedBy>Juliette Tariel Adam</cp:lastModifiedBy>
  <cp:revision>3</cp:revision>
  <dcterms:created xsi:type="dcterms:W3CDTF">2020-03-30T16:17:29Z</dcterms:created>
  <dcterms:modified xsi:type="dcterms:W3CDTF">2026-02-12T09:01:07Z</dcterms:modified>
</cp:coreProperties>
</file>